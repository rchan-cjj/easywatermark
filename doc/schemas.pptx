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120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48AA-818B-0876-5EC4-4C2B8817D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5797-21D3-A32A-8C2C-E8FE72C69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AB859-CBCA-06D8-BC97-7ECE57C9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D03FF-00E8-8BFC-2A68-9BF7A01D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9237E-077E-C077-BC95-1AF13DD9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7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AE4B-FC59-BFB5-0575-C831401D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AAE2D-4455-BDF5-C2A8-45E5C00F4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183E0-C184-5BC6-7413-59DCED45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F4611-2A73-7990-C2EF-696EB946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07C68-82F5-D4EE-32A8-00773287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66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1443-0092-FEC9-B40C-8D0F4192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1AF0-AD92-4798-CA66-B437EB38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30166-0D1C-AC2F-0676-39C162BF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4CCEA-CE82-EF3C-EB5B-66850FAB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17844-E507-D616-69B9-093C96D1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12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D449-736A-EF83-2356-0755D78F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D482-FF4E-89D5-BEEF-16A6A02AD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998C9-A5AE-B2A7-0C0B-9B523879D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C04C9-02AF-3C26-81E7-6F8C2E24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B3AB-1F7E-45F2-D374-3954B958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DB006-016E-9C49-ECF7-62DF1DBB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5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DB80-739B-67CB-684C-1B90D510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E67D4-EBC6-25D6-24F1-39ABBB2E6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79B52-91FE-E424-3DC2-8DC405712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8D5D4-A746-28AE-1B66-396706E49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0BA9C-015B-CAA1-8007-F5FF5C3FE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368F2-1FD0-64B0-73AB-4EE85E01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77661-5B26-4169-2C93-7B942FC0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1A4593-D0CD-4344-B9EA-384649A8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87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C5EE-F1BA-E33E-4502-DA6D6BAE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9F291-53EA-5CEA-C639-37653D55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C902E-2E98-D909-2E75-97075F6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2524A-24AE-9FA2-29B0-61BEC0D3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41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EE5BE-026A-5A96-2600-894390C6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FC508-2DA8-5B7A-1409-87C4B19B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EE2B3-ED12-5E8D-F5E2-9D6865EB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18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B36A-56D5-57FF-7A20-49DA1E27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6621-42DA-72D1-A1CA-E86193B5C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3E646-5BF4-DD6A-27EA-1B483A5C3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C87B3-7473-FC79-5868-ED3A694E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F12C9-75B2-E6E5-27B3-99985FC5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0345B-116A-C066-647B-AA76A076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64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9FDF-E845-3BDC-EF06-FBCA1091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291AF-B6D3-376D-8E31-18F6BA0F2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4848F-E17B-3AB8-F10D-6257A878E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E0CE2-5DBB-2F5B-DEEE-1C0451E6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6D3D7-4066-D160-0923-1EFA7DE5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F5F6B-625C-A03C-4945-467DCF48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20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92B7-C25E-E136-D477-1349BBE4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B517C-AA88-776F-95B6-FD9F28AAB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44B76-3CAE-4105-3636-F83AE50B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C803-72DF-FAD7-3BFE-C235A7C3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18809-F1F4-BC35-9610-2DA5B185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68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6B675-3182-26F6-ED80-B186D8313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C45A9-5004-998A-07D1-671A848B5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76185-83F0-779D-24BB-FF389898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1909E-A2CF-47CF-37A6-34DB904A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D74F-A0FC-4B44-F685-EE36F9D4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90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D431CC-CE04-34DA-26D0-AAD20E38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85C06-46A6-E7D4-EF64-0EC68029F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D785-483C-1BE9-A3E8-DE80FDF76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12C01-776A-43B2-B75C-EA955656B503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1261E-40D8-A4BB-1C8A-8D182BD7A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7115-4352-0F7D-4F01-679643D1E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C0505-6053-49F5-956B-D3F5937719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17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2B980C50-44A5-FA55-BE45-AA008C15F013}"/>
              </a:ext>
            </a:extLst>
          </p:cNvPr>
          <p:cNvSpPr/>
          <p:nvPr/>
        </p:nvSpPr>
        <p:spPr>
          <a:xfrm>
            <a:off x="1786520" y="849077"/>
            <a:ext cx="6618756" cy="3349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5A04231-A44D-F2DF-AB9D-0B4D677B091D}"/>
              </a:ext>
            </a:extLst>
          </p:cNvPr>
          <p:cNvGrpSpPr/>
          <p:nvPr/>
        </p:nvGrpSpPr>
        <p:grpSpPr>
          <a:xfrm>
            <a:off x="1899870" y="1050185"/>
            <a:ext cx="6392057" cy="2947331"/>
            <a:chOff x="1980116" y="841140"/>
            <a:chExt cx="6392057" cy="294733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23C1E2-4BD1-BC3A-CACB-C3ED67EA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973" y="1378846"/>
              <a:ext cx="540000" cy="540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DD7EC7-0B5A-DB85-7985-E467B61F5BD3}"/>
                </a:ext>
              </a:extLst>
            </p:cNvPr>
            <p:cNvSpPr txBox="1"/>
            <p:nvPr/>
          </p:nvSpPr>
          <p:spPr>
            <a:xfrm>
              <a:off x="1980116" y="841140"/>
              <a:ext cx="10546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ptos" panose="020B0004020202020204" pitchFamily="34" charset="0"/>
                </a:rPr>
                <a:t>User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3091AB-92A9-C4EE-EF50-DA7B781DC3D1}"/>
                </a:ext>
              </a:extLst>
            </p:cNvPr>
            <p:cNvSpPr txBox="1"/>
            <p:nvPr/>
          </p:nvSpPr>
          <p:spPr>
            <a:xfrm>
              <a:off x="6503773" y="841140"/>
              <a:ext cx="1868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Aptos" panose="020B0004020202020204" pitchFamily="34" charset="0"/>
                </a:rPr>
                <a:t>EasyWatermark</a:t>
              </a:r>
              <a:endParaRPr lang="en-US" sz="1600" b="1" dirty="0">
                <a:latin typeface="Aptos" panose="020B000402020202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F8B2347-B4D8-DB45-03B1-36384D9C87BB}"/>
                </a:ext>
              </a:extLst>
            </p:cNvPr>
            <p:cNvGrpSpPr/>
            <p:nvPr/>
          </p:nvGrpSpPr>
          <p:grpSpPr>
            <a:xfrm>
              <a:off x="2981911" y="1380518"/>
              <a:ext cx="3981600" cy="338554"/>
              <a:chOff x="2959716" y="1380518"/>
              <a:chExt cx="3981600" cy="338554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CF9065A-5D04-4427-ADA0-F2216EABE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9716" y="1719072"/>
                <a:ext cx="3981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4F86FA-54F0-EB0B-F5EF-AE445B2F2837}"/>
                  </a:ext>
                </a:extLst>
              </p:cNvPr>
              <p:cNvSpPr txBox="1"/>
              <p:nvPr/>
            </p:nvSpPr>
            <p:spPr>
              <a:xfrm>
                <a:off x="2959716" y="1380518"/>
                <a:ext cx="3981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ptos" panose="020B0004020202020204" pitchFamily="34" charset="0"/>
                  </a:rPr>
                  <a:t>1. Your browser navigates to the website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A70E97-16E1-DEA7-7B37-2BC803AFB46C}"/>
                </a:ext>
              </a:extLst>
            </p:cNvPr>
            <p:cNvGrpSpPr/>
            <p:nvPr/>
          </p:nvGrpSpPr>
          <p:grpSpPr>
            <a:xfrm>
              <a:off x="2981911" y="1856832"/>
              <a:ext cx="3981600" cy="602641"/>
              <a:chOff x="2981911" y="2433811"/>
              <a:chExt cx="3981600" cy="602641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BC1595A-1BBF-2880-021E-25580134376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911" y="2433811"/>
                <a:ext cx="3981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A3BC0-3EC7-B42E-2758-82F26CCECE3F}"/>
                  </a:ext>
                </a:extLst>
              </p:cNvPr>
              <p:cNvSpPr txBox="1"/>
              <p:nvPr/>
            </p:nvSpPr>
            <p:spPr>
              <a:xfrm>
                <a:off x="2981911" y="2451677"/>
                <a:ext cx="39798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ptos" panose="020B0004020202020204" pitchFamily="34" charset="0"/>
                  </a:rPr>
                  <a:t>2. The website sends back the HTML and JS code to watermark your documents</a:t>
                </a:r>
              </a:p>
            </p:txBody>
          </p:sp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4691CFA-FD27-A898-DCB5-61C247387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7448" y="1378846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2F8CFD-61A2-2CAF-BFC2-099BA2971EAB}"/>
                </a:ext>
              </a:extLst>
            </p:cNvPr>
            <p:cNvSpPr txBox="1"/>
            <p:nvPr/>
          </p:nvSpPr>
          <p:spPr>
            <a:xfrm>
              <a:off x="2981911" y="2794500"/>
              <a:ext cx="39798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ptos" panose="020B0004020202020204" pitchFamily="34" charset="0"/>
                </a:rPr>
                <a:t>3. Watermark your document securely. Your documents never leave your device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C05C81F-A871-81CA-8CA8-FC0222D7F7BA}"/>
                </a:ext>
              </a:extLst>
            </p:cNvPr>
            <p:cNvCxnSpPr>
              <a:cxnSpLocks/>
              <a:stCxn id="48" idx="2"/>
              <a:endCxn id="1042" idx="0"/>
            </p:cNvCxnSpPr>
            <p:nvPr/>
          </p:nvCxnSpPr>
          <p:spPr>
            <a:xfrm>
              <a:off x="2509821" y="2925306"/>
              <a:ext cx="4762" cy="3231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EC04D69-3812-7535-43E0-4F20CD8D3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9821" y="2385306"/>
              <a:ext cx="540000" cy="540000"/>
            </a:xfrm>
            <a:prstGeom prst="rect">
              <a:avLst/>
            </a:prstGeom>
          </p:spPr>
        </p:pic>
        <p:pic>
          <p:nvPicPr>
            <p:cNvPr id="1042" name="Picture 18" descr="data:image/png;base64,iVBORw0KGgoAAAANSUhEUgAAAGQAAABkCAYAAABw4pVUAAAgAElEQVR4Xs19B3hcV5n2N01TNeqWZBXLslzl3nu349iJE0McIBBwAgFSgIewBP6fhXVg/8BCsiwQFgIkTiBsiEPiOE7iXiV3OZKb5CbLVu9tNL3973fuXGkkz0gzkgx7nkePpJlbzj3v+Xq5ChqmcYrIrCB60EVUuIToJl+2mCjeSTRmPtE5/h/HPIBfh/F/ZxGRxk20Bf+3aIiOzSZqHqap9LrMaaLRPqIRSqLGeUQV8pdniNLw+b1aoh0ziNoxt7H4ToO5ld6NefiJVCeJVmM9Dq4g8mwlUuIHU+gZ+D4HazhsQ4ELPowbG3HRy3iwM/jtx4KsxEIc4rvg+y0qTGguURUviJcowYFFwgTxa/hHIVE2wB6Fp56Aq+9fQHQr+C4AYRb+H81gYU7Hhn8GPVcswLNiLkv1RAdsRCn4Jgc/ZqxX6UKiG/KRQwIED5SJC47Ag37CF8Qiz8EO4B0/F4vQhb8PYAK5eOBWPHA9wJmG42fhpo28CHPEKXd/nMV8PJjrXqL3g3clNshEzCMZczuBOWF/3N2B9VqLdcnCvZqwMStxNzduOgeb9w3evHz3wQKiwErOxhWm4YFOYWEv8cUOg0UBjLxOoosJoAx8xxRQEIOdCtCO8zHYtbH4zp8PwIb78TEfJRZ/Iq7L1FeLe5bxPQCC8l6ijfwZdmP3JrhOpAWfwr4Z/nFCosocrIEJ9z27iOh2iLsoANJGALKTvwMbHzNYQMTiY6HjcENwHLqFixbwLsPTrsKOO8hggyJmYZGm4nM7ZrP94bu4C7eDR2cQLcO9rmJOFtx/TWBesvxi9vApfHZBjQ2BTQQRN/SBDTYSm3Ak2DLWUxqgvJmYhwVrch0Lnoq/7wOF7gIojbwJWojG47MaHDoJc7qG4xr4PICoHzQg8s1ZmOPvtVgEHwT6fvydrQOLgpCu42NAFqOwAMtx4z3yjYe+DHdeARsBREcabIYS8M8UzGUG7smLtZfnwtSDhVqLYxpAJSX4LVjEYAdOVmABZ+O5jbiGGwrKzaXSfRSg0s2YxzvYtEaw7AVgU1Ycl411eBdzcWOjLgDVMIu8iLnYg+cwaEAwmSngg07sjGu4sRraCu9OlinHcfM0LD42jzT4e9Yswj381i3bdLEmxQY/+Vfj3CwfKXC56IbS41bE2No1Cp9HoW+t17fmTG03NlUa4hpumJvHzG7BNf0Kv0/hNiVi7YY21HarKrHyQrwtMcPWlZJtV/p85FMqSUn+Tr/ffyD5/d9vz645YzWAW2DVD/GiA4QNAMaJ9WnB/2Gpc1CAsCqJC4/F4l1gYR1ELcye5uA7F2B/qz8Q5HNe/MZrD2GpXmLKimaZVA4rGdrqyK2PJUd8avepyddOUWvuTPKpY8jv99GIKyfIbTBTZ8YE8dlQh7ajkeJqrxEAJ4+emQORoaWavLi2M25E4PL+svEf/+6byTfPOuSNCU4xHRSSCg3rNNalPdw8ogIEVJGBxXYzL8TfiaxS9uXFYKTp2IIrA6yiX9vipWe2bcXEfoSfqOah8HooofIiOcwpZGiuIltSJtmSs8QzMiD2hHSyJmeTobVGAOY2xA0VB3G+CttMa2klfXs9eWL01JE1SXxubLpN+tZaah09nXz4nIeuveGTWW9+/2VQRQE2rgIPaAA3OT/QRCJaCKyacgP4JevzQPgDGeEgAd7rPsxHZTUu3AT+85ltP8Vx3w/1/ejxSZSDnzsGOLW/EfIPO5/0elIkpZDf0km+k4WkhPKoSEgkf1Mj+S6WkAIsRDFhEinSRgYuoyClSovPwWjlfYzr+LzQA/094kShVIvj+hveLtzz6B5SjBlHvrZWUibDrEhJpZZbjXThhovUTht5dUYaWbL3i6ML/8YCuzpSg3NAQLDjDTC7lZnQqFhG4Ic1g/O4QQmoZDmk+BEA1sviHGgX9AXDmGQmhUFPXVVC2aB5K3Jo7spRvUH2eKh9z0FSxZrIXVlDxtnTSTdxnDjGfvUGOS6WUvzGdeJ/RUxf1qQgtcZIClXP536/l7yuTmDRAwYDocJx/Q1mg3ye/Xo5dRWeotgVi0k7SqJOhUJF779WQpaDh6gjYzyoRffd77z8+IsDrUfw92EBYdcGVnkOhJIBe0oNWbGHT2RWBRJcgsfQ4uQ2fHQhGu3ppWde+3dM/QfyJAxJsTTqoTVUX1hCbZeFx+UOQJy3q8jT0ESajHSKwY+j4jZZT5+jhAfWk1IPnQ7DcuQ4edraST9zKukCCyTdY/jBYFB4dB47Qb6OTopbv4aUkCFqrZn2/eEA1ewrJEvaGMiY2Oe/8/JjW4cFEKiIy7Hgn7DfCVcM5XdhK5ct4POQKaxGDjjCgaEx6qhq76k7AHG3tJK300Ke+kZyXCun2JVLSJsFawOj6+RZ8lq6KG4tGCh2uQW7VT81n9RxkqC922Dw9f1goe0f7CFtdhbFLV5O1uILdGpnEV2wxJFfBRFONHyAwL74LDjpHghoHfZDDrtIcIMGWL9QsqQRMGQW4bMDA6HRHxh8bl9ApqY7yV56lTQj08i0YA7Zzp0nZ20dxW9YK+SDn1nYh/tIaTSQbtyYbrbxjwJDvo+nuY0s+wtJk5yMeYylYyUWulzEXhExhg8QOMOmgePOBsvqBKVU4qeVVVpoT/tnwhcTBMoq6NVsmYcdA4HRCxCfl+ZNN9PEdA/FLp4vdqFCo4Ec91HH7gOkSUsl46xpkFo+6gSb0o7N7aaafzQYLDP8nS6ynism0/x5pI6Po71vnxs6IHBzpkNZy8fix0NelIdzK0CXXonvi5iNsU+Kj+fzZPkSCpFIwJAB6Th/hcw1V2nCKA3lf3ohGaZP6XVJZl/tH+4lff4EUicnkWZEsgCr97h7MiP4PgwGywyf1UYKnQ4Kg6S9DQUQGNDJbP4zUx4FtnNyN1EMHH8PgT1dwK6/yDdgDy0WvoptDvx2yurbZRzbARcA5EgxAzQUMPpSyPwxfsozWyn+wfWkUAteLA2mkkMFAgj9FKi0rFz3Gv9YMEKZT0MBBHL78+wAXAkALoPrNcNUZh+LE4ucD+38Q4jLZnw/Do+djmMuwbCBXyyyESllEOwI1Y0yajx5kRrafNBMTELLGu+5KVRclh/yYLbFmpQmKTHEJP75YAyGQlibZf8Wnwu5PV/B3kfsdB+0pRUAo4StcPZWggDzcMw1mNpl66N0UUcKhqKthZRXL5FvXD41vrebfKdOUFvmRJrxwGyaPX8Ete/aQwbYG36bXVBEz2DKCPYN/u8AI1pA4ITMxZqPAoc5wg/EJoWgeVBBEjSpVWBb8GKLgEEWu80B0qUwfvywZBIpGHwBVcF+8k4H3cWaqea9feQ/fIA6oL/PXj9FGIaOsmtC0zItWwgtpsdyV2rhCoFh53NxSOV/DxjRAAIwZmB9xwIANmr2yWxfAAJhooNwfgR/nudIHo5g1Lq9tZExKaKwYGiUpC48QJ5FK8WlFI115M8aTaq9O8k/GRFtm5Ua9xVQnU0Ht4OVZk0x05wtywUYOmhRvQS3Qkkac5awsD2WalKrDcNqgctGX/AzywI8EpdbpDJkK2y7f8MFwaaQgkA5WPPDvPkVHCdglNgpCMQm44sOqLvFMl8bMhgw+gQ1nDpKii4L+bVa8s4A3KZYUhWfJuWNK+SdtYBuX28VhmGMtZ1m5ptozpdX3XFrBbs29IkQ9NI14cOAUx8Bv4DlPFR3yFDBiIZC+NiPIS5YHHAsBzjMhyA5L4Q6HqsYMLEbZFADlPEvAPsX8snGlDjKeWgVFi+wcAzIhXOkLMfiT4JHdDzHkjCcDlLv+4D8cAre7tBSe+lNMtWX08TNy2nuveN7zUUZYyKVgXMDQgyXDRzM0cs3JSgIvjHDuCDZA6Wgq+gT0o8fS6o4yQMs+6aGA4xIAWHnK0CYhc2vlUPbgSyY1ZwpsghsigNN3SHIaFB58altc8BFcBkSingoMMSDO52ksFpIfehj8q7aABACMgHsSnWhiJoPFFJnq4MsI+BYXD+J5iy7MzzClKHSJ/WwKFZFPA6A4brDUWg9XkSe5g4yTplM+kkTxf3bDxyCLyyDjNOn3hUwIgUEIsIEL0gm1j0evAJcSxrsyGUKGcdRv2hACD72pW9s2w2FR7hZ9UYN5X7x/m7KUNRVC/ngz8DispTCUF65JCjFc8+D0v8lZ8mSkUcV7x6BkJaCefc8PJHGTZGDPcF3gwCPiYVnGGovK1lOsEC/J6TXVqnUkQe+sPa9+ylhw72kTkyAV/gaVOlYihmZPuyUIc+yPxkC70cugNDDkIYZJ2Lvq/u6nQZ0v/cH1MtPv5HkVPgalB6XylxzheyJGeSMxc6H+8Ncd10EhxBaJQMCOi0507qDNwm3L5IPzjf2iMaCRXVA1ZWHTq+hLz47l7S6IINQfBmkTXHAGCzJ77EP6EK3nUcg60Y5PMP3wfl3nnQ5o0iVnBg4786oQTQCPNTahAMEiz8PFDEZ55y/DRHBCR9gU0vx2clgeT0kQF58etsaGMv7OKzJ2pHbEE8uUwLFwv3hNCeTC+BwsCYe0T2fSkMtiKgpwN844scuEj/cDZbUMeRXS+4PBdSLdaCOvPy+sqKvaqsISxlyPMNVVSU0sZisLOrYs49U5liwLRcclLUicKAdlUma7Ezywn3eHc9QagQFDmX0BWTmy4/9ezxYFBQlG2S1AQb3Eiw6B10KOYqIHzsnDsr3HDQgW8Ft9E+9+jm1UvmmWEwscmzDTeocOY50AMijNZLK7SBtZ5OgBKYKlzFehFYDrume58Ys0jLMtPCe0ZSRg+n3GtHbGUwRjvKbwr9kXrmc/A4Htb7/AanT2XM8jZw1tcLG8bS2kQkOzBh4lAVlGDk2D17ImtsgRzAgiTeLfz/p41+/AzqMBxAfw/MhMjRhT4zHFpyHz9txt/rgXLFBAwJyW3Zr9n0bq+dsfNaP3Z+WZaal2V2kmwkqgP+Jd6P10BEyrlsjfE5uLIK98ASpwb91c+eQUtsTvdNh/8TE9IRWg5GSI30+q4NcF26TzwJnnllNqsnpuA8IHkOO9PkguG0lF8SimuZh3wUNZ2UltR3cR/H330NKjRqA3SJtbg4pdQjrMhg6bAQ4CwUgkE3BYd1osJEBMbTUkNph/fUTO376Ld68+OnFH9n2A5kwKCzYRaKc2NjR3Cz4WM7Ma5y45DsdWflfac/Kp7RJmbRhbQrxoujGjBa7rwMh14RN94mong0hVnVKMsWkgh3d4RQMNYseyvDUI+bw5yPkt4PoA0OZaCTDF+aQygR1OBB2tRQiatjeAZe9hxI3bew+VlZtLafOkquymvTwIuthcIoFCHhtia+BjSUG2zfuXulSES+TDEhc1WXyKjW/nrTjp1ux1XLwM5LTgGBbFAS7oqBirYC0LJTlSMSAsBMMSuY8jhAuRsSUvb3nF2x+vitj/Pc548Iwdxbd/9w6EbmLXQLdAaPjwFHyQtNRIk6g5yDS6N5x8vBP2ZtNdb52EDbFnQks2lk5ZLwPOmLQ8Fqt1Ab2FLtoIWkhwIPtjK7jp0UcnjWubjCYMtjQDIq3d4MClTpSSvF74cpBBHP/7mtU+km1MHBHFu97f2TJ7r+D5qoBCCcOcoZ9dXD2CRuFAKpZDoNHBAj7uuAEY6+w30S0G+EhK0/67UUPv1Azdc3/0Xa10ihXFS3cslTwbf2k8SKSx4O9s0okMChhoUc2eoPhd3mo7WfvdvsS1dmJ5KlsFZfyKzwUs2q0+NsAe0NllsK3LrCnzoLjFA/NijReAUrfwdklakOyBEZYRsHyJOAN6CfR0VVdLZIeOJJ57v1TdN47knxa8fy9IoaB5G4vmxmc+gpjYA6zLBx3VM5gjAgQDkaBW3s4uQEnp4JKDoJKav+w6XvPIufpJQfyoLJS1bQ8o518iPDpsQt7e2cjgyKUo5BZYPt/vN8NiP5T08j+3nlydyDebmmjES8+A/lUQ9YLFylxI9ijQdoInceRINdcR8pYsLZpk7s3SA9lwFJXAQxWofsbwj0jUQqHjbvOFpEBhqZs6bsbm8h+5SqZl2JFMA7+8BWqvniLWsag0kGpen7ey4+9xckg+IHkoxEIJpzE38JVjZRXLpVoArtCdpU0IgIkeL6QHTNAfjMxzaIzT706I6726ja2IzJHx9ODj04iS8EpWM5eiluzPFIUuqcSLlXH+ufT5K1FkABDO3s0Oc/eJEtZEcVOnE0Jz20i6yVocPUNpIzRUPy6tYIiHJU3yHIGxyxd2Cvx4Q47A2q4xLL6RB69MFIFEBJ1sZHZdfoMafPGkKuqmuJWQWfCYOpgeWnIn4RNcJJOl7RSdUExeWN0rHE+v+Dlx36NO8yGCnMVoW+YIP2PiADhhGpcdA7QPcyOSK4Lwe+VFfM2TUaK5ndtUGXTx6fRpsfBzDB4J/WK9A00iwFc6K6zt8l5SHImqFLM5G3qFBSiiY0nxdxEMs6cRjEjUqhlx054h/OghcUgO1iDXYx8r0BoVew+WYCH2ocaUFYYoW67XEruunrIpQVQUPRiwwVfl+0dy7FCce/DBbVUduIqpVw7TSqv5y9jC/76PTnxfMBliIRC2BEGABaCKnSBMgNxXWZjDdPWvIAUzmcYkPi507oBieTGPccMbGcwAC0/egPKj4N06aNIzRUmvDtbG0iP2EncPdJu7fqkmKwXi8mAJAhdniRb5DGgBc6UomWjkNVexFk4qxH2iwWyiLXCuNVS6IDB6Dx4mMygkGBQGt94U7DMg/vKqezkdTI23gKVGF968u0fwvEa+QhLIaxVYWrj5WIcVs8gjI4GAiriDr968o+PGepvvKbAJGOXLRoEIAODwfexnbtE7lO1EObIz6opJ2PeVPjLTORsqSfNrBRKfOgBhNu9ZLtUjNwseHeDqILPHxAMeb008LdxJiOzKgw7KIPBYNaXeP8GUiN07OnoIMvRQlIjrh+LTBN5dB45BpnVTMXlTrpdUkEdMJBZhgxLohzASAYH5YBENRRYiA3yI8I1GZpWU3CWIhyLW7ChtvFDZOYmRAlI/2DwTrRfvgID0wt3hpE0qkSyflREzsYacrXUkWk8AlvM6halkrO+ltSp8bDCZ9+RRhoxGBJyAXEbHB6Gjg8FgWUUywnnrdtkXrxQWPt65GF5OztJCVuIB3sHCneX0sUqqD1McUPNywr46RPhOFBCCGkhzhaAVbELFo5KUWGSHVzb0A0IvmOhLsuQgQl0YMqwFpVgEtixLh85b96ixAcfoM5XDiC+Dmv85iXIqBjSJKZS8gtbQB2Ih4RSbfuTGQNPsucIbI6W93cJtTbxwft7GbaOilvkbmjoppZII4bhbt/NsrhiFSCMxaJzFS2nkFZvBTAoOeI6wun4uQqATPh8n3yxwQHSPxjuxmZoM0Wky8wm8wJJlewAOyAoCjHqVLIfvQRZ4iTrlSLSjhxFKb94HETae0dHxaYiBIY1qbZdHwn1Vjs6R5zFVNx15qxwDXGiHI9hASSQ5DBBjl4xpcjEyzdhAQ5KWcw+QNz2dfm76AHpHwwXcni9zS3kg1/UW98C2fApKW0Utg07B/V5Y8nx4WVyt8EBAfe9Fm4Y4zPL7ljSqNhUhIDwYfbSMupClmIS3DI+uGe6TiKfePIk5Pb2BNMGCwivOcqqsgWFYMHzoYWbwQkvQtvnSBZ/wYr5qeBcLPbpg0oqOFWIz4sOkP7B6Dx6HGC0Ik10JhnGTqLWnR+SDjvROENSpdkAa4cb3d/gJDUXi2HLKGLUZHwa3oEgx+TdAkPGrX3/QfKx3ECgi2WJbIjK3w8GEI4g4om4DvOmAISTpmFF3s+lB/gAAQOq5vAifpuD00ShAI7A96lyVmPkgIQHw4P0UF5sv8NJxqnTkHEB7yu8xexyafvwY4pfu5o0qSOEwBR5vjY12Xb1RJtj5o4i7QqpTuRug8H2BlOF0sDW/5QQmZODY1koqzLCGaSBeZqvQMFNHOqHJTM4aAC1eBwwHWzsCH+MJcgGgma2XwHIlcgpJDwYrroGsIAS8rZ1iIXXZ4/pNQd2SVjPX6CY9HTBu1lw2/ZD0zpZ0XMcglrGLfNJNSJO5NoOwvnQ99H7/Z+1KtlnFurASCkE68tJsrHBySWiBATU8Qi8On9HHogrUFNtwKI7cfB4sKdTstMLau94uEs0YFeiSUBkgAyg2kJQs83Qdfgk3Eomilu5vNczcqDJ3dgoxTaw8Fy5ZNtZQp4yqdJKHuxwNG9ZHaFbP6r1j/rgSAFhRyO4zQKswHGoLlf5RqLXCQC5B194OdgecLEvB+uqAxClwUZgqJn1z7IYDBOs2R4fkR/Gm72qHGpshQgM6SbAFW6KQ7RRRa1we8Ri4bW5PRa27IIJdqFbX0XVUrNwNvcapk8j8jc5Uvd+1Osc8QkDASLn8nIKLwIK3IzHAPFQji13/Hmmb45rwFHwWVAFd8GxyGhFMoPwgISmDGsp2BNiBhpUQTlg9Hka2yhp4wOCBbhgaHUePgKXxErEuTtIP0HKywoGw++BmvlLELtPUnMV8Qbyt0uOUiUS8sxfXwsjTcpu+WeNvX87S5fPIdtGGt2WOgMATWgRNvlVbHbu4sAUsRxgcJXBShCBGyGy/UKoczgWgKggxQuZdUX6MKEBCcOmnB3Q4/cghCoVZroqUVp8uw5MdBGoRUqo64CPiAW3edkSyYkXKLCUjT72+Nr+IrUqUWgQL//qWur8IzQvl9Q3RjN6BMU+uvyfxrr8Pjft+VsRlRV3l+4LQFiLwjZZisVOx0w/kY1rZlHYWlw9fxvrz40X0rkNxAzssWZo892ZD4MHZLqodnVcLRd6uhGaiL38Bjy0UKhhT7S89R4lfuo+speVU0x8Mhkm5yO0ewlVUWmi+shx/YZIauMRKqMw2OurycHif2kFOU5fI9uensYI+hVIjFsayIyM9EGG4TgGw4Pk7wPvXbkDEPE82CbQUtMhm9kl1YDfhz+EqMD2XAZjG5hJtTiiYEcmoWjn1ZdCNn9tkcgqlFVWTUYaqRJQAxgoX2YKIfimEtetFxVQPKyflCCbcKRQbeURLr3T/i4E+g2pmk63aCIZViMDkV3fiLe7USMuBoS/+YsrSD0qTNpptA8ZwfEyGLzsB967GhIQ1qowcz8YsQ6uyzVQmGIg0PeDOibA6D4vB6kiioeEm1MwIFm5SbT5yaXiUK/Fgkqnw+TpahNZHnLduBepnZaDx5HKOY0MM2ch1bORbIj0MYsaCAyWG12/OQp7RcpujP3cEtKMk5oC+CwOavvVDvJ12YQXWGnWk/mJNeS1dSGAhJp2ZMLcrREMBt8jFCBc94FFXwoqOcRlB4HORYvwGWrFqBTAOLACosvD8AEyJpk2f11aWJ/bBfLtRCzhpEh+46idnKrjbmiEbYHEOcyCM1CM01CaFihb6y/x2VsF+fE/PfIj/rubhBzhIRSC/QVk3VtEprEzRJzC4+9CpwUDpTyCHME+7vjhAsePqKLHzTUqPb60UIBwHywuzAHj7iWjOXMHJ3NudQeA+vuQAGFD8diTf1yFpLfX+ELZWbG04Z5saDt6ITPYqvW7XNS2czfcIbPINGkq4hWX4ffJgREnt7tg9DBVF/J/uzsrhE7vdB2tIMdJoa4LymAK6aaqQASv6b9eJwdyt4yjJsDx5wEo7ZT6b18HswiV8zU0WPpShnw1GRAlwBpRduL18Ude/yqn+MDGG4s96IQW210zzedwKymwsKkwO0Q0NmoKwV5QcS0cRxALvrENlTO0LaazmbLNHlr79TVk+eQMasvTpdJlDG8LKOXQCUpYv44csD/YU6pJTcOqwnsj4tZ2BOfkNhdhcm1jzNT+64/I1y7ZH8YNsxBb54q73oPdL7U//E80iUH8BEqDvfKaaCwQ+xmwUq6CGaYRDgy+PANy/WQ5xSMvC92K3hlz5v2nuYwc5oUJlbH5wXX+oaYT9Sy34tFgzZiB6uwT39iWqXLat3Germn1Knpwy2Syni1G14Ubgk3pcnJFEhsbgrayK8hGmUA62fDj6BxSNv3gXVLPkfCJz57bzdT5+iFp/tDW4r+N7JIge4NLDWylV8gwdbKIfTe88Ar8EknkaqgUlGKYPYXMn1lNKqMRMZYY6PeD7w7UHxg+bIijfzxKZVUI/2q0lHDr/O8nfPzr01jkGwgOnwEgSwdqshAxIExafRoGTLn48A9XdCXn/MrYXEkJeOjV45HLi/RMZle2k+co6dObhXwIl5MVabGM9YMz5CyW/FeasWBXj/RmV+2794qEBk1qqojiWdB2o/WVv5MhfTxkmJrc7c3k0Vgp7sHlaEawIMoEjJ593B8YDu7HUltPZ8+2UEVZk8hhxngeydYvYutBkaUR4C4u+C129FedFhEgkBdx4H+fwQUvo7PnSVCJjz3ENxd/7gcN09eKRjK5qiZa9fmZoiaQBXjnx4eRVuqA+xxde5CNcQd76WP0BX+vUCCJTSQcIMvd4aL2X6LKKmD8mTYvpJhJUvcdDqeyp1iDjBPOUuwe2BCtO3aR+1wVqZSgBiS7eew2aFuTyfSZxchI6VvqMDAvCyXA5bOYMqynkHK0fFGPlsUUr1B2W+oBI3AhBPgxDv6Fu2O/gATXUOOCG1luQAQ7gPIB1pvfmv/Qz2pn3vs9ZiN5rlu07OHpZJo7V/im7FeuoStPNuyQvtnsoY0+eYJ9XegsyG37pN42Cn0MJTyLnF0IaSfKDVyVVSjCuS5ypLS4V/Bg1btl+w5yX6onrWkkuvVIPjV1ZhIoDDEUXCvS0R9l8DXYHdS59xDpZ0yhU0jiqyu6CjmGEjsoPF86+OqX5fuwBx1peeOCs937ziEkIIHYOncUdQFNTicnTnLA/x3AnU1p7hR94NL9z37BlpD2Cyc6u41CYfXiEe0UkwJjELyaXSJ3tr2IDgzy+qj9NxDmHZK/Sr94IulXSeVo8rCePScSDhI2bpCii6Aob7MFRToV5LxdTbqEkWpsJ7sAABV4SURBVN3sTj5HGWcgFdpCKZAFT8igV+iQx6XCbyOKShNgxyQigRu/FQYtZJxkgQertnwdH2rnmTWrAimznJDhAssqvmihKzXQMNEoLaPoo52fLtmzKTj6yjWdcmPpUBsiFCBc5rYCB2di8Wuxr44yzwO67HFCvSwhB4M45WPm9VWPj3SbU37cgX6GnHXy0GNoFmN3hKQKvnmkMkOeqLP4Jlk/wFbgBcDCqBchZxash1swxSJa53d60Mysidre2YlgkZa0qO/wWQaXtR5ycZAJqUw1EQfB1HkBy1/E0UXfaHIj5ByDoh9Zo+TPZLVXAQ0y/dLhNz9X8Naj/DnbInASJmEje7HJRevaSAGhrdBlNsMtDK2A27+yWbUPoHSwdxIOrwIux+LsxYaJS35kSR/7ROO4+ZQ5Pr3bMAx1o2jB4L4m7b9Fd4fWLmFoerVdlPLslyA4EUl8eyd5GztJl5QjgeW0U9e1YlBnpkgG0KbeWTAabgH6+9wLGciami4rj/T3TibNtAx4pAvJANbEvjdRw4gWUcaFc0V5A+chH/v5e1Re5yONo4usSdn/71t/evpf+R4sczna2rfded/7h5UhXEMNQvWgtR8nN3CQ4gjAQb45KRGkKucL/ebR//i6sa3+d5a0XErPzwkLSP9g9Ajw4Mk5z94g68fSRnJx0jR8YhpU4DprKsmLMjlPZxsAyCBtCoxMCFBrRSnYh5m0I7LgKQbrSTbjHKi5kBWcVqrQ8Y8kN+yH0c6jqw8l4SH5HFYkfO1wuTTV4771oEb0cQRV6EfnkfHJRQCkQOQtM3tylldQDLrXcZlDHPp4MeUefOUI3ShrFeV8GENPlGO/PTrMLANV3EDW4k2+KqhhEudoAZDLmDd31xRGQS9fVpDrJHhho6YMnMz+KpYdnIPFQ1j9oBJ3GxyISEDTjsggd1cH2ZGfpUejS+04sJQMaFp5UCKQ+8uxkf4GX9e6C8U7V0RYomeAvNTZSeRw1AqnqGH8RLJ/dBkaHnKVIZ+MX4bKnGQUdYlsb5lXLxNxda6JcbdggyCb8VSdOaRzsd8JBU+h74HIQBkJUcduYk6T7zbzObwLoY44Kenx+68c2h0IkMGA4alCdslbe8lechGakIn0mUiexmLwsFw8SbGzkRc1IYtUWUlgU+dhbI4Nm3Aw0CK4r9eS7eBF8jZIbXS99i6y3bpCMUlpAB28IfAZU4oebMv4BGI3iQa4gMrgGG0lM9RcHnZUh7GmqZ8wlg7svDF0QFirgiCH3SfamTZwQIUzIPqa+cwHccxCODCKODGiP0CiBYPd545jl8l5tYoctWixAdbjxG+FJoaMYydTzIRMsjZeg+E5Eg3MOKXzFoBAji80uiENUJ/rSjU5i67DoDwn/G+ernYyjZOclO7OVrhgrpNp4WyKe1IKrnF4oeOj/RSTO0pQiCY9FXaQJLfCud8jnaOC/fRY5bUAhS3JQuz8G3xyqKL2vhcNB0g0YLBwtu0+hzzeG8jZrRd9ddXwQ2kQa1ciROt015D53uWii5yvqwsZ7rBJmG9OhWANtMeI9GHDHSertn7IFVdZvWhsqbTiJhCYpEFWy/J5pMjVYw7jBBhq2FacyehG1gz3hOT/5TFkQGB5G0GcbuQCpkHFZRrshPwohMzgFNJeRe2RABIpGH68OcNxHM0GCktF2r/tVhna2Y0gZ0MVaRJSSJedR3FfWYPSVVRQ7TsgCnFYA+HC0eEcoewMlhFtu9BKEJqTcR6/86VndMEiZxC0UHdDjSEDggjDOjkZjqkFPvuZsMbz8fDtcCAW9Rfa7UshDyFiOJCjkLe3+1otWT8sgnC0gi1VkBd93LUjR6PmLxZ83ErWG+cp+SuPkGmdlC9rQXIa53DFr1gW1sYZDEj9WeDcnNmGnLH4++4RTQd4cH9FywlUUYFVcaXxXQFka4gaao5wAZDFYGG9itoHopBNj00ZMAvdXdFIlr9wXxMnqqDQUQ45uvb6mxCiyECEMOXh1TpImWtEpvlG0Y3UDk8ux+eHM9A0kDtEbAR0PeWq3rh7VyPyiDp7NBuInT9bODLDjUgphPOpsb5ujiDyteAOSYAiPpmro+az/MBnvXry8kH4bg1OQHJj6BFJKmlf35Tlr8fIfv6qiFUo0Dwg+dGHqevIGbJdLSPThJmQH2YRfrWcPgFbo5NiF3CnhfTBEEDYcyIBQ1AEF5yyPEEOmRoOTG5vHlw1NVgKCZRCTwAAO+ES8QQqDzIhNs5ze6Z5oIaQPXkH8rsMBEiw11aefNMLfyF3RRVpUZqmmzuOvHXtsL5byVaJaCAMvLQffwPdHhLQh/YEmWbNgE0xRC2qz6r157Xtu8DsxRUds8fnoWeK1FF7oBEJhQSoYyyUqYvwzNnw/2fAnN/GtXtaKgT35GWWhS/zAJS5v4BKf4CESnzuRGGk5cNC8tVbyTiGG+P0DI4aeuIspJ00GulBkygmM7TQHGhB+vs+UsrovgY3A0CLEK6zj3T0k3WSvBxdXWVHI4OCv7Mgv0uYQqBN1XDZIKcBifeABPfkZaTwZR6swpvst4qWZYXLQuckOE6Qq/vXXyLujUJ/fWD3Y2a6xRPI5W0WDce4e/Vwj6jBGOQEwgHCPXlxyU6IhwNyvjTWvrsrOPctY9HBreaW4Y+oevLKcw1FIcFgsPPNWoxcKqSGajPRyQ21HxxBtJw4TV17TpIB9e2q+FjSzhxNmjw0FYu6nDqyVftHgcGzCQZE6XL95Nt/+NqP+HOW1fjFL8TRYf8dYAMcgEyBqVOPiH9ToEMQv0xs8KMvIJ/6MoRyoCSA0/a5YRjXdrNw7Nh/SHRTiF+zSvimOhB25Z4jqvh49G7PHHZZIT/VPxKMYEC4RRUa0LzxhSN/fgyfyz15c/gYgDKDKwtg592EzceNck9yrhZinpxOOvjRF5CHnwKXDKR6cUai0mQUMW7OxeIUINNsUAiiKhxjFzV7H+2GFjUPNeW960IGP6PeZ/6jwZABqdp3mrTtqNpF1kn2mfe/Iqu2sveD+yJz7xgcfxuAqOSGDHz+kAFReDzbEiovkXHZUvo0nG9ulA9zfJvfGMBqqzohQTSgNM2ZJb3hAI0o2ermlCBujtxf8ctQgPlngCEDUvpJLSlZIJQWvDHmyOtHQA2iJy+zKHzcwCWBXLcJBy67rLgLwgE5TjJkQDgvi/stpkE1WPLgTBTXoIcV6u9YfrTu3AWDbipkBwcYQapw3FlOnIKXVEo5vVsjGtV2uOcQHDFEY7fnl7z82DtYdNGTFw7bUoAzHZoV1/6L1wniM4431YCKEPkYBgphQEyNFZSpsdCKb28Wnlh5WNHdjbPbGSQ1akC4K6gBLVqH6hRkGeRCxolcnizuF+jJqxs7mvx6dtdjGf4JgwG5eeQCigZrqS17yo+f/d1X/k3uyYtZNbO/Eikn+8Npr8NCIRw/zhpppGWpHSJDkVtQyIPzbp23b8Pahbd0Ivpooe5jqKPzaAE6K9Tf0ZNXMxJu8InsY/rngCFY1rtXqOJwCcKtrXitXn53xJB78oJKVmPB0/CzH4K8ItQ6RAQIx0u4hjq4vRDH1EvXPfloR870F/iFjVmIGG5YnCioIPEBdDvA6Co616sfyFCBkM/nkGrfnry2slLy65QoEA3V73e47hz+OuyWd+I9WSdrTCJAxZ1ZrSmju9VePnOr9JJkLi2vCxdbHxAQDlbJNdTgc6VBfK+xfPmWzd4Y7VbuyZsxMUvE1DvgKldAizpTraGGgwWU+8hGWrC6d9twbge5/Q8F1N7YRSs3TaO8KUHJ15i4zeqi7b87hgx5Hz3w2AJKSu3durW+so12oZIqvqOals2Kp+RN66nz7CnkZmWKupPL5+ro1IEKSs2Mo/s+f2fxTuHucrp6oZHGTxtBi9fdqeHtevMiNdZYaOGaMTRxZm8j1YVWH+/9qZjsdjet/0w+7hFLzsBb49jfdaYBIdxSvC2urZ6QZvvLr/39x89Gsx0GBCS4hppTgOBiWQo+WMFu+d9+/qdPmZpv/5Z78hpWraaHn1omBHf97kP00dvFoicvIeL37Z9LXazlUXLiJh3aIb30UmeIoaeex2srg8YuNCy7fpHL5UHfWQn0yDeX9/r+zedeFzlX7TAsZ+nradqqPNEFlTU8BTrKfbivmSxo2q9GT/hVTy6nMRN6Yii8oK/8RLRuEePJHy5BTZkUIuZRXtpMH78lGk/jcxW+l9p7yOPQzmt4xxS3T4TvA/tk04ZU0QqKmaQVLy4rfvcMXbMniCSHpIoLf3p0/++f6HWBAf4JCQhTQagaak4BykVdHHI30KWdTOXzH3q6bsba73FP3oRxObTx+UdFcU7trRb622/RnyQwnv3Fpl7TKEDHnLOHpNICFWo8vvVCTwdR/uyd3xVS1U2pUioeSQWPfx8dVwKDZdLff/Q/8EFoRRftnAkjaL7hNnryppIZzTc5G+SdH7xHKlsnXu44keZunk0zFvb4xSwdDnr9RTgqAmPLv8yj2LiepIjiE9Xo6COSakRtyzPP99YIP/rrZbp5BS4e9MPS61W08YtTkVOcIt6vyOPgtlPUgPcY+pGMoWtvfOtzJ7c/MmRAwtVQg9OoOAUokJly/7GnXjWplEpRjjDGWUkLv4DUf2Qs1td1DTsgPptNNKHhGPb2M+gz0iXVpuZi969ZGi+8slxQyj15X/vOu2SPHSE6Zi++d8ywA1JzFqmi6OStQGrQ489JHVhFny3MjbUstkOMzdWUcvXkzpySPdgS0iuNIhm9KGSgGup7pHT6I4FmNfefffy/NGiC+QdDUyWlTMqhT38XOx2TGiqFbP99AVWXS21hZQpxXLsufF2Wk6dpV7mROtxSwnTuJCgTn8tHB6Fz3T15X32zGkaopGkNOyBgZ3XHL4nu3Qq8aeH+9WnkqamDvPOiS/Y8Kix2dGedxFde+m3+By/9rL/k6r4gCUAiraHmSh9+TxV7K2HZrGvMX/ap1pzpT9gTR6JWYVJ3opzD5qbfbf1QbBoVcme/9VOuj+8ZFaX1tGMb6BDDjPynr/xfQB00jn5wkc4ViFwLLHgaPQjBLo/OggI6/NYpKjdKGfUL1uTS7KVSsprck/fVn52AYiBtyoe/PoNS0cZcHj7YK//9PFgKAFNi8zy9lYt5em7eUG2h7a9IqaIGvO3hy99Hyiq74busaDhjok8Ka+jE3htkrr9BKQlqWoG58SthvdCy+G2kZ60Z3YDoOpp+Pucvz73FLva+Cx/uf846ibiGGhc5D7bll5vP/Pfnf/K0w5z6MrcaZ7VXrjEUIF+upVK88XLeivGUli31SAwe5wrKqbaimVY8MI1MQTxcHIObHP3LYfJWlNOUyWhymZcnDEp2h7ht7dS842O6gNbERrwobN6yjDuSutuabHRiXwXlTEyk/Jl3Rhsrr7fRhbM1NHVeBmWPuXNul4vq6db1Flq8Npf09jY0vqkQuWH8Pt5YZC0WnYHSgBdKLrsPgatAaQPH/D1QKk5UaAUgRnANU0PFG7lHXv9BNFXOgkKY+0VSQw3qmI3N1A4SRGfjyDIXI90ZwccJYxLlBtxqwwetjdtucHPmmHGc+4Q353BeVOCtn/y5Jm14bA9u0E/c8iPQgdvd1Iyae1SDoWE/j068Q5EzUkRlMdQeF1iVq6pGhHi5ywQnXR/YcU0AorGjSY3D+fOn//rc96JZAwEIa1WR1FBzTTu7i2/jHbls+uMF9cjJlt7sFp9soseeWx2yZVE0ExIPDuHN5W9sU3CvXDRcRLfR82RG91F+hyF7im0l7JKZ1atBcrT3kY/nUC2/7FiTgjI47HTOSORSCk5s8KKXPDeG5qosTv9xoswh+P2K4n292BBy+/Idr52n6gopExKbJ/rXd0dTQ933gX/55Gu5PpWCmb0AdtxUsICxnLY/oHnT/9qBKvxQOX3FRShtho2B7tS+6+gIVVtNCrT+849E/ISLIyJq6t//rfwt6NV1/SopJuSjdwo80yF68vrPf0KKrGzk9aYg39hKPrzeT5kOY3bUaHzWY+M01Vno0lnJRuGhUPiXP/ubx49Gs1EU0dRQh7rwi9947W2FXwGCGeSA5GfnpNbSQna0LLclSTaDGnm2cdWl1DJWeu0Ef29oqSYr3uLjwstihjzEfWFLdDRQ85jZ3e80Yc+1NWUUeu72+NzgRqeW3JnkxQsmlG40WsN5jvg0dIvpp3jUTyee/e0WeHL5RXj9j+BKNbGVI62hDnXZn331lTij2XDI5fBwbnDUQ4dAjgoP6TYg/ae6TCwGa20KvCppxLVT1JWcxS+KpxgAYuFeuMM0tLCdFIFXM1lSc6V7omIXrdPFvdtykA8itXrFxigTMsEelwrr3y735O1vJpc9Cs+67/3mibC1hMEnQ99k598NaLFVApBIa6jDzWD75u2qyjTbZ7EXNmA7RNRkBFqIXm9p0UKBVzblzmplLQYeUk3y9TPJzeMWNjmNZo+usykGmorJozN6OtLHWWDoDbjbosXL2Fylh6choT17cpuxpdLYnjbOokJeh1tv9nhVMT40AFB4NFqfsanKgDn6QcF2XyAbv++9UKLaAYLYr6Gu17/5m29G/Joebp0I6NcDjFrOLlkcaQ11tA8b7nhMYBSUA34PbBvMu1mwGPbLHQ64Iw5WfSwcmge5ZzBcg1zgd1cHV4bhnmOQA/M3+VUcAc5hxiItwVu0d2/t84ac4ZwQ5DgbVXkAxcSAsKMoohrqoU6CYwJweHAsmfs2ojWQCJ1xv4+ZcpvBwEI8BDDaofn1ehvNUO8f7nzm4TB9NnFNJRRcRFelwS4kzGMULJXDeBNLxDt+sPMEFkwlUq8/7JABa6gHe6NAOzv2g9vxgEpQxkJs++1y800O/vO1ucAUvwzwJmewq3+w9xvMeVD9k0GVDwCUg0jprEOBwWLMpxUJCGxlD4lVckZJDjbdLbQ2YXMBF1OilJWrmdOwFrXwQ5TxnHnDduunmNCANdSDeVCeDMr8WbZwSXU9txAEW+JWDGZEzT7iawbaDD6EPzugzB4JZhuDuedgz8EOnYoFmY558gtYznDu1GCvJZ8n97HE9Rx43oJAayZO97kKFoW3jxH2Jd2SK3N7GQwD5fJGOzlcbzQejgVWY3DIkg1R7Eb2yV/j9zEhOpHAjbxgcJ7pL1My2vtHezxnD+KczL5tlKK9Tt/jA683WgoefXS9RBka9m9xuxKw8BnYrCNBjXv5PSMCkEhrqKOZGOercooqAGEZsb9vyDJQ8rCRNQsIdn5LWfdrf6K5z3AeCwoxyzlUQ7kuUzwaI0+EiXhJ3mC8xlBevHBz1iLrPQllgdxbIhd6cSEsr7Fg5Ww27P3/kufxO50gku0AAAAASUVORK5CYII=">
              <a:extLst>
                <a:ext uri="{FF2B5EF4-FFF2-40B4-BE49-F238E27FC236}">
                  <a16:creationId xmlns:a16="http://schemas.microsoft.com/office/drawing/2014/main" id="{7E251956-11A9-7CBA-7627-0C43917E78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4583" y="3248471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2415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1089CA64-5816-8D31-B0A4-EF0D6152C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398" y="727181"/>
            <a:ext cx="3600000" cy="3600000"/>
          </a:xfrm>
          <a:prstGeom prst="rect">
            <a:avLst/>
          </a:prstGeom>
          <a:noFill/>
          <a:ln w="12700"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04CCE84-DFDE-F433-6617-9E41D0F6E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892" y="727181"/>
            <a:ext cx="3600000" cy="3600000"/>
          </a:xfrm>
          <a:prstGeom prst="rect">
            <a:avLst/>
          </a:prstGeom>
          <a:noFill/>
          <a:ln w="12700"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4D16EA-5832-08A9-CA29-A14EEE30D404}"/>
              </a:ext>
            </a:extLst>
          </p:cNvPr>
          <p:cNvSpPr txBox="1"/>
          <p:nvPr/>
        </p:nvSpPr>
        <p:spPr>
          <a:xfrm>
            <a:off x="1075397" y="388627"/>
            <a:ext cx="359999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Raw document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954FF-3608-2294-32AE-B51E9E92F2EE}"/>
              </a:ext>
            </a:extLst>
          </p:cNvPr>
          <p:cNvSpPr txBox="1"/>
          <p:nvPr/>
        </p:nvSpPr>
        <p:spPr>
          <a:xfrm>
            <a:off x="4850889" y="388627"/>
            <a:ext cx="3599999" cy="33855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Watermarked document</a:t>
            </a:r>
          </a:p>
        </p:txBody>
      </p:sp>
    </p:spTree>
    <p:extLst>
      <p:ext uri="{BB962C8B-B14F-4D97-AF65-F5344CB8AC3E}">
        <p14:creationId xmlns:p14="http://schemas.microsoft.com/office/powerpoint/2010/main" val="247843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42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nocturne</dc:creator>
  <cp:lastModifiedBy>nocturne</cp:lastModifiedBy>
  <cp:revision>4</cp:revision>
  <dcterms:created xsi:type="dcterms:W3CDTF">2026-03-13T17:10:56Z</dcterms:created>
  <dcterms:modified xsi:type="dcterms:W3CDTF">2026-03-13T18:04:35Z</dcterms:modified>
</cp:coreProperties>
</file>